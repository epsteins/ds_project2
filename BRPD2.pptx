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720" y="4499280"/>
            <a:ext cx="10079280" cy="11692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17A188-138D-4605-AC67-01E874876C8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flipH="1" flipV="1">
            <a:off x="-720" y="4499280"/>
            <a:ext cx="10079280" cy="11692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103191-047C-496A-A2A2-D23460BD55E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6040" cy="7192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3240" y="5040000"/>
            <a:ext cx="10076040" cy="6307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9280" cy="4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7751DF-549C-4233-96CA-E4F39CD5BD1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1200" y="456480"/>
            <a:ext cx="8999280" cy="10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An In Depth Analysis of Baton Rouge Police Department Homicide Reports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85800" y="3657600"/>
            <a:ext cx="34286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Stephan B. Epstein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January 9, 2026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74600"/>
            <a:ext cx="9359280" cy="48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Objectives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Expand on Previous Analysis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Take a Deeper Dive into a Specific Category of Crime: Homicide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useful Information regarding WHEN and WHERE Homicides Occur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630970-D5B6-41C9-8698-B81CA516A4D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Data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subset of the Previously used CSV File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Only Incident Reports for Homicides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Defined as where ‘STATUTE DESCRIPTION’ includes  the term Murder, Manslaughter or Homicide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Net Total of 2,739 Records in DataFrame (i.e. Incident Reports, Case Insensitive)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 Different Statutes (i.e. Crimes)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6B392A-095D-4E41-842E-B57B41539AA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Homicide Breakdown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1371600" y="845640"/>
            <a:ext cx="6400440" cy="418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C4D567-BE06-407B-B080-214D5BE2A8D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Munging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Create WeekDayHour Column – entire Week by 168 one hour blocks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Create MonthDayHour Column in one hour blocks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Remove all Records with empty Latitude and/or Longitude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Remove Records with Zombie Location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165EF4-12C7-48AF-97EB-D00F4F96FCF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Homicides by Time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218880" y="731520"/>
            <a:ext cx="526716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4680000" y="731520"/>
            <a:ext cx="540036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2CEBD5-EE4B-4D71-9571-C600CE2F540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Weekly Homicide Patterns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14040" y="731520"/>
            <a:ext cx="5152680" cy="427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5167080" y="914400"/>
            <a:ext cx="4913280" cy="39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2A5486-3B90-41EE-8242-A84BFFB9FA2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DBSCAN by Location and Time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433520" y="731520"/>
            <a:ext cx="7241040" cy="42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C7AF0-C8D8-413F-9E1C-DE82800ADB6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Homicide Density by Location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0" y="731520"/>
            <a:ext cx="4454640" cy="429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5678280" y="731520"/>
            <a:ext cx="4402080" cy="42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764CE-A09A-41D9-A6FE-D86AE406211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Means Centroids, n = 7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710640" y="1092600"/>
            <a:ext cx="8687160" cy="35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C6C73-6144-4CC7-A9C8-550D595352E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60000" y="105840"/>
            <a:ext cx="9359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Homicides Mapped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1546560" y="766800"/>
            <a:ext cx="6926400" cy="426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48C9E5-6119-4910-8D46-F3705370B00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-206640"/>
            <a:ext cx="9359280" cy="109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DBSCAN Cluster Locations - By Incident Count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828800" y="883440"/>
            <a:ext cx="67284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52856B-B4D4-4FCA-9436-9CE8F71AF17A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28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DBSCAN Cluster Locations – By Hourly Density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600200" y="780840"/>
            <a:ext cx="6972120" cy="417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232CD9-3014-40C5-A0D9-8BAD54D11C5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83520"/>
            <a:ext cx="935928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High Incident Clusters by Location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458360" y="784800"/>
            <a:ext cx="7304400" cy="424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00CAE-66D8-48EC-B376-88C621477C98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2026-02-06T16:15:59Z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2026-02-09T13:05:06Z</dcterms:modified>
  <cp:revision>14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